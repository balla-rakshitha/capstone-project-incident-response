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2" r:id="rId3"/>
    <p:sldId id="264" r:id="rId4"/>
    <p:sldId id="265" r:id="rId5"/>
    <p:sldId id="269" r:id="rId6"/>
    <p:sldId id="268" r:id="rId7"/>
    <p:sldId id="274" r:id="rId8"/>
    <p:sldId id="266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ber ." userId="79af8a2abfd1b80c" providerId="LiveId" clId="{1F70636A-EB10-4D7B-A3A5-392D67489790}"/>
    <pc:docChg chg="custSel modSld">
      <pc:chgData name="cyber ." userId="79af8a2abfd1b80c" providerId="LiveId" clId="{1F70636A-EB10-4D7B-A3A5-392D67489790}" dt="2025-11-04T09:07:56.590" v="26" actId="207"/>
      <pc:docMkLst>
        <pc:docMk/>
      </pc:docMkLst>
      <pc:sldChg chg="modSp mod modClrScheme chgLayout">
        <pc:chgData name="cyber ." userId="79af8a2abfd1b80c" providerId="LiveId" clId="{1F70636A-EB10-4D7B-A3A5-392D67489790}" dt="2025-11-04T09:06:02.411" v="6" actId="27636"/>
        <pc:sldMkLst>
          <pc:docMk/>
          <pc:sldMk cId="4105073771" sldId="256"/>
        </pc:sldMkLst>
        <pc:spChg chg="mod ord">
          <ac:chgData name="cyber ." userId="79af8a2abfd1b80c" providerId="LiveId" clId="{1F70636A-EB10-4D7B-A3A5-392D67489790}" dt="2025-11-04T09:06:02.385" v="5" actId="700"/>
          <ac:spMkLst>
            <pc:docMk/>
            <pc:sldMk cId="4105073771" sldId="256"/>
            <ac:spMk id="2" creationId="{90478DC9-1877-0D61-31D8-EEBFCA13D111}"/>
          </ac:spMkLst>
        </pc:spChg>
        <pc:spChg chg="mod ord">
          <ac:chgData name="cyber ." userId="79af8a2abfd1b80c" providerId="LiveId" clId="{1F70636A-EB10-4D7B-A3A5-392D67489790}" dt="2025-11-04T09:06:02.411" v="6" actId="27636"/>
          <ac:spMkLst>
            <pc:docMk/>
            <pc:sldMk cId="4105073771" sldId="256"/>
            <ac:spMk id="3" creationId="{66FF9A15-A094-696C-BF94-52FC50C6C3AB}"/>
          </ac:spMkLst>
        </pc:spChg>
      </pc:sldChg>
      <pc:sldChg chg="modSp mod modClrScheme chgLayout">
        <pc:chgData name="cyber ." userId="79af8a2abfd1b80c" providerId="LiveId" clId="{1F70636A-EB10-4D7B-A3A5-392D67489790}" dt="2025-11-04T09:06:34.514" v="12" actId="27636"/>
        <pc:sldMkLst>
          <pc:docMk/>
          <pc:sldMk cId="779665787" sldId="262"/>
        </pc:sldMkLst>
        <pc:spChg chg="mod ord">
          <ac:chgData name="cyber ." userId="79af8a2abfd1b80c" providerId="LiveId" clId="{1F70636A-EB10-4D7B-A3A5-392D67489790}" dt="2025-11-04T09:06:34.498" v="11" actId="700"/>
          <ac:spMkLst>
            <pc:docMk/>
            <pc:sldMk cId="779665787" sldId="262"/>
            <ac:spMk id="2" creationId="{1CE3FD6A-C2D4-9602-7DA5-DAAAF3C4E43C}"/>
          </ac:spMkLst>
        </pc:spChg>
        <pc:spChg chg="mod ord">
          <ac:chgData name="cyber ." userId="79af8a2abfd1b80c" providerId="LiveId" clId="{1F70636A-EB10-4D7B-A3A5-392D67489790}" dt="2025-11-04T09:06:34.514" v="12" actId="27636"/>
          <ac:spMkLst>
            <pc:docMk/>
            <pc:sldMk cId="779665787" sldId="262"/>
            <ac:spMk id="3" creationId="{69622B6A-599C-1D01-0981-55A502AC3A24}"/>
          </ac:spMkLst>
        </pc:spChg>
      </pc:sldChg>
      <pc:sldChg chg="modSp mod modClrScheme chgLayout">
        <pc:chgData name="cyber ." userId="79af8a2abfd1b80c" providerId="LiveId" clId="{1F70636A-EB10-4D7B-A3A5-392D67489790}" dt="2025-11-04T09:06:38.208" v="13" actId="700"/>
        <pc:sldMkLst>
          <pc:docMk/>
          <pc:sldMk cId="1974266542" sldId="264"/>
        </pc:sldMkLst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2" creationId="{9C68793F-2530-840F-5B03-D6F1B2047C1D}"/>
          </ac:spMkLst>
        </pc:spChg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8" creationId="{A14796DB-5E44-15F2-E269-E02F1D4C73A6}"/>
          </ac:spMkLst>
        </pc:spChg>
      </pc:sldChg>
      <pc:sldChg chg="modSp mod modClrScheme chgLayout">
        <pc:chgData name="cyber ." userId="79af8a2abfd1b80c" providerId="LiveId" clId="{1F70636A-EB10-4D7B-A3A5-392D67489790}" dt="2025-11-04T09:06:44.061" v="14" actId="700"/>
        <pc:sldMkLst>
          <pc:docMk/>
          <pc:sldMk cId="2479904220" sldId="265"/>
        </pc:sldMkLst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2" creationId="{470EE51D-5D67-4AA2-06F7-D7E82B71FC13}"/>
          </ac:spMkLst>
        </pc:spChg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3" creationId="{3351F12D-C3BA-7DE4-A159-BDC41E8608B4}"/>
          </ac:spMkLst>
        </pc:spChg>
      </pc:sldChg>
      <pc:sldChg chg="modSp mod modClrScheme chgLayout">
        <pc:chgData name="cyber ." userId="79af8a2abfd1b80c" providerId="LiveId" clId="{1F70636A-EB10-4D7B-A3A5-392D67489790}" dt="2025-11-04T09:07:03.893" v="20" actId="27636"/>
        <pc:sldMkLst>
          <pc:docMk/>
          <pc:sldMk cId="3730852136" sldId="266"/>
        </pc:sldMkLst>
        <pc:spChg chg="mod ord">
          <ac:chgData name="cyber ." userId="79af8a2abfd1b80c" providerId="LiveId" clId="{1F70636A-EB10-4D7B-A3A5-392D67489790}" dt="2025-11-04T09:07:03.893" v="20" actId="27636"/>
          <ac:spMkLst>
            <pc:docMk/>
            <pc:sldMk cId="3730852136" sldId="266"/>
            <ac:spMk id="2" creationId="{02826A18-FBE3-125E-5B26-F85F0F9D9459}"/>
          </ac:spMkLst>
        </pc:spChg>
        <pc:spChg chg="mod ord">
          <ac:chgData name="cyber ." userId="79af8a2abfd1b80c" providerId="LiveId" clId="{1F70636A-EB10-4D7B-A3A5-392D67489790}" dt="2025-11-04T09:07:03.884" v="19" actId="700"/>
          <ac:spMkLst>
            <pc:docMk/>
            <pc:sldMk cId="3730852136" sldId="266"/>
            <ac:spMk id="3" creationId="{81D80A03-6E3E-9742-BE5D-3B6592C9BEDE}"/>
          </ac:spMkLst>
        </pc:spChg>
      </pc:sldChg>
      <pc:sldChg chg="modSp mod modClrScheme chgLayout">
        <pc:chgData name="cyber ." userId="79af8a2abfd1b80c" providerId="LiveId" clId="{1F70636A-EB10-4D7B-A3A5-392D67489790}" dt="2025-11-04T09:06:54.143" v="17" actId="700"/>
        <pc:sldMkLst>
          <pc:docMk/>
          <pc:sldMk cId="2912125938" sldId="268"/>
        </pc:sldMkLst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2" creationId="{71990DBC-DCBE-5B68-D6AF-7F4F8D805CAB}"/>
          </ac:spMkLst>
        </pc:spChg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4" creationId="{7C858730-8A93-60AF-C50B-9F9F1D3D5142}"/>
          </ac:spMkLst>
        </pc:spChg>
      </pc:sldChg>
      <pc:sldChg chg="modSp mod modClrScheme chgLayout">
        <pc:chgData name="cyber ." userId="79af8a2abfd1b80c" providerId="LiveId" clId="{1F70636A-EB10-4D7B-A3A5-392D67489790}" dt="2025-11-04T09:06:48.755" v="16" actId="27636"/>
        <pc:sldMkLst>
          <pc:docMk/>
          <pc:sldMk cId="2483114613" sldId="269"/>
        </pc:sldMkLst>
        <pc:spChg chg="mod ord">
          <ac:chgData name="cyber ." userId="79af8a2abfd1b80c" providerId="LiveId" clId="{1F70636A-EB10-4D7B-A3A5-392D67489790}" dt="2025-11-04T09:06:48.737" v="15" actId="700"/>
          <ac:spMkLst>
            <pc:docMk/>
            <pc:sldMk cId="2483114613" sldId="269"/>
            <ac:spMk id="2" creationId="{BF582A4E-F185-6F2A-86C4-8BCCF9799FB4}"/>
          </ac:spMkLst>
        </pc:spChg>
        <pc:spChg chg="mod ord">
          <ac:chgData name="cyber ." userId="79af8a2abfd1b80c" providerId="LiveId" clId="{1F70636A-EB10-4D7B-A3A5-392D67489790}" dt="2025-11-04T09:06:48.755" v="16" actId="27636"/>
          <ac:spMkLst>
            <pc:docMk/>
            <pc:sldMk cId="2483114613" sldId="269"/>
            <ac:spMk id="3" creationId="{B13E17BF-9874-FC00-197B-72AEDC57512A}"/>
          </ac:spMkLst>
        </pc:spChg>
      </pc:sldChg>
      <pc:sldChg chg="modSp mod modClrScheme chgLayout">
        <pc:chgData name="cyber ." userId="79af8a2abfd1b80c" providerId="LiveId" clId="{1F70636A-EB10-4D7B-A3A5-392D67489790}" dt="2025-11-04T09:07:07.357" v="21" actId="700"/>
        <pc:sldMkLst>
          <pc:docMk/>
          <pc:sldMk cId="1844786040" sldId="271"/>
        </pc:sldMkLst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2" creationId="{AF032914-2802-A68A-58B9-031B8AD6662E}"/>
          </ac:spMkLst>
        </pc:spChg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3" creationId="{76FE659E-250F-BC18-EBB9-C2A1F6BB6E1F}"/>
          </ac:spMkLst>
        </pc:spChg>
      </pc:sldChg>
      <pc:sldChg chg="modSp mod modClrScheme chgLayout">
        <pc:chgData name="cyber ." userId="79af8a2abfd1b80c" providerId="LiveId" clId="{1F70636A-EB10-4D7B-A3A5-392D67489790}" dt="2025-11-04T09:07:56.590" v="26" actId="207"/>
        <pc:sldMkLst>
          <pc:docMk/>
          <pc:sldMk cId="2949126332" sldId="273"/>
        </pc:sldMkLst>
        <pc:spChg chg="mod ord">
          <ac:chgData name="cyber ." userId="79af8a2abfd1b80c" providerId="LiveId" clId="{1F70636A-EB10-4D7B-A3A5-392D67489790}" dt="2025-11-04T09:07:11.602" v="22" actId="700"/>
          <ac:spMkLst>
            <pc:docMk/>
            <pc:sldMk cId="2949126332" sldId="273"/>
            <ac:spMk id="2" creationId="{454EA338-731E-5DA6-0034-0CEC9860B447}"/>
          </ac:spMkLst>
        </pc:spChg>
        <pc:spChg chg="mod ord">
          <ac:chgData name="cyber ." userId="79af8a2abfd1b80c" providerId="LiveId" clId="{1F70636A-EB10-4D7B-A3A5-392D67489790}" dt="2025-11-04T09:07:56.590" v="26" actId="207"/>
          <ac:spMkLst>
            <pc:docMk/>
            <pc:sldMk cId="2949126332" sldId="273"/>
            <ac:spMk id="3" creationId="{6AD3FE10-A3D6-CBDE-FBF3-6EBC4AD6E281}"/>
          </ac:spMkLst>
        </pc:spChg>
      </pc:sldChg>
      <pc:sldChg chg="modSp mod modClrScheme chgLayout">
        <pc:chgData name="cyber ." userId="79af8a2abfd1b80c" providerId="LiveId" clId="{1F70636A-EB10-4D7B-A3A5-392D67489790}" dt="2025-11-04T09:06:59.015" v="18" actId="700"/>
        <pc:sldMkLst>
          <pc:docMk/>
          <pc:sldMk cId="682389910" sldId="274"/>
        </pc:sldMkLst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2" creationId="{45E9EEA9-4EBE-7DE1-A93E-03A2FDCD6DCB}"/>
          </ac:spMkLst>
        </pc:spChg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4" creationId="{4A7B7F19-F095-910B-E66A-5D46E94FA9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9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9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3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2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1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5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2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10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8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5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FBB8D16-05AB-4DB1-80E1-41C12F27778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63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lla-Rakshitha/Capstone-Project-Incident-Response.gi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8DC9-1877-0D61-31D8-EEBFCA13D1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077913"/>
            <a:ext cx="9144000" cy="202406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Mini‑SIEM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F9A15-A094-696C-BF94-52FC50C6C3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Prepared By : BALLA RAKSHITHA</a:t>
            </a:r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             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Project: Mini SIEM (Security Information &amp; Event    Management) with ELK Stack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 Date: 16-11-2025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2B58-7079-C1F4-03D5-3BABE679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FD6A-C2D4-9602-7DA5-DAAAF3C4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22B6A-599C-1D01-0981-55A502AC3A2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4203700"/>
            <a:ext cx="9226550" cy="16462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</a:t>
            </a:r>
            <a:r>
              <a:rPr lang="en-IN" dirty="0">
                <a:latin typeface="Bahnschrift" panose="020B0502040204020203" pitchFamily="34" charset="0"/>
              </a:rPr>
              <a:t>A SIEM centralizes security logs, enabling detection and investigation of suspicious activity.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This mini SIEM demonstrates fundamental capabilities: Parsing, Visualization, Detection, and Response —key skills for blue team operations</a:t>
            </a:r>
          </a:p>
        </p:txBody>
      </p:sp>
    </p:spTree>
    <p:extLst>
      <p:ext uri="{BB962C8B-B14F-4D97-AF65-F5344CB8AC3E}">
        <p14:creationId xmlns:p14="http://schemas.microsoft.com/office/powerpoint/2010/main" val="7796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2F7-6D87-AB9A-513E-1D81FFB0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793F-2530-840F-5B03-D6F1B204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b="1" dirty="0">
                <a:latin typeface="Arial Rounded MT Bold" panose="020F0704030504030204" pitchFamily="34" charset="0"/>
              </a:rPr>
              <a:t>Objectives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4796DB-5E44-15F2-E269-E02F1D4C73A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265238" y="3352800"/>
            <a:ext cx="10926762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Collect authentication logs from Kali using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Ingest &amp; index with Logstash → Elasticsearch.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Visualize &amp; detect failed SSH logins in Kibana.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>
                <a:latin typeface="Bahnschrift" panose="020B0502040204020203" pitchFamily="34" charset="0"/>
              </a:rPr>
              <a:t>Collect evidence &amp; recommend mitigations.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16-2A69-0662-9C6A-59A616DA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E51D-5D67-4AA2-06F7-D7E82B7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Tools &amp;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F12D-C3BA-7DE4-A159-BDC41E8608B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Autofit/>
          </a:bodyPr>
          <a:lstStyle/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Kali Linux (VM) — localhost testing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ELK: Elasticsearch, Logstash, Kibana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 err="1">
                <a:latin typeface="Bahnschrift" panose="020B0502040204020203" pitchFamily="34" charset="0"/>
              </a:rPr>
              <a:t>Filebeat</a:t>
            </a:r>
            <a:r>
              <a:rPr lang="en-US" dirty="0">
                <a:latin typeface="Bahnschrift" panose="020B0502040204020203" pitchFamily="34" charset="0"/>
              </a:rPr>
              <a:t> (system module)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Hydra (controlled brute force)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Utilities: </a:t>
            </a:r>
            <a:r>
              <a:rPr lang="en-US" dirty="0" err="1">
                <a:latin typeface="Bahnschrift" panose="020B0502040204020203" pitchFamily="34" charset="0"/>
              </a:rPr>
              <a:t>nmap</a:t>
            </a:r>
            <a:r>
              <a:rPr lang="en-US" dirty="0">
                <a:latin typeface="Bahnschrift" panose="020B0502040204020203" pitchFamily="34" charset="0"/>
              </a:rPr>
              <a:t>, ss, </a:t>
            </a:r>
            <a:r>
              <a:rPr lang="en-US" dirty="0" err="1">
                <a:latin typeface="Bahnschrift" panose="020B0502040204020203" pitchFamily="34" charset="0"/>
              </a:rPr>
              <a:t>ufw</a:t>
            </a:r>
            <a:r>
              <a:rPr lang="en-US" dirty="0">
                <a:latin typeface="Bahnschrift" panose="020B0502040204020203" pitchFamily="34" charset="0"/>
              </a:rPr>
              <a:t>, tar</a:t>
            </a:r>
            <a:endParaRPr lang="en-IN" dirty="0"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0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2840-AB39-3072-4FF0-023D8C70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2A4E-F185-6F2A-86C4-8BCCF979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Lab </a:t>
            </a:r>
            <a:r>
              <a:rPr lang="en-IN" sz="7200" dirty="0" err="1">
                <a:latin typeface="Arial Rounded MT Bold" panose="020F0704030504030204" pitchFamily="34" charset="0"/>
              </a:rPr>
              <a:t>SetUp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17BF-9874-FC00-197B-72AEDC57512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Install Java (required by Elasticsearch):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openjdk-11-jdk -y java -version </a:t>
            </a:r>
          </a:p>
          <a:p>
            <a:pPr>
              <a:lnSpc>
                <a:spcPct val="100000"/>
              </a:lnSpc>
            </a:pPr>
            <a:r>
              <a:rPr lang="en-IN" dirty="0"/>
              <a:t>Download and install Elasticsearch, Logstash, Kibana: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elasticsearch</a:t>
            </a:r>
            <a:r>
              <a:rPr lang="en-IN" dirty="0"/>
              <a:t> </a:t>
            </a:r>
            <a:r>
              <a:rPr lang="en-IN" dirty="0" err="1"/>
              <a:t>logstash</a:t>
            </a:r>
            <a:r>
              <a:rPr lang="en-IN" dirty="0"/>
              <a:t> </a:t>
            </a:r>
            <a:r>
              <a:rPr lang="en-IN" dirty="0" err="1"/>
              <a:t>kibana</a:t>
            </a:r>
            <a:r>
              <a:rPr lang="en-IN" dirty="0"/>
              <a:t> -y </a:t>
            </a:r>
            <a:r>
              <a:rPr lang="en-IN" b="1" dirty="0">
                <a:latin typeface="Bahnschrift" panose="020B0502040204020203" pitchFamily="34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Commands on Kali -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1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12B2-2314-5E4A-56F4-B8B094CB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0DBC-DCBE-5B68-D6AF-7F4F8D80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Setup Verification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858730-8A93-60AF-C50B-9F9F1D3D514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3752850"/>
            <a:ext cx="11984037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systemctl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status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elasticsearch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logstash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curl -s http://localhost:9200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Kibana: http://localhost:5601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 Dashboard-</a:t>
            </a:r>
          </a:p>
        </p:txBody>
      </p:sp>
    </p:spTree>
    <p:extLst>
      <p:ext uri="{BB962C8B-B14F-4D97-AF65-F5344CB8AC3E}">
        <p14:creationId xmlns:p14="http://schemas.microsoft.com/office/powerpoint/2010/main" val="29121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B13E-4D6B-1ED7-AEC4-AB138FAC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EEA9-4EBE-7DE1-A93E-03A2FDCD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B7F19-F095-910B-E66A-5D46E94FA9D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4491038"/>
            <a:ext cx="1198403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Bahnschrift" panose="020B0502040204020203" pitchFamily="34" charset="0"/>
              </a:rPr>
              <a:t>Conduct Recon, Scanning</a:t>
            </a:r>
            <a:r>
              <a:rPr lang="en-IN" dirty="0"/>
              <a:t>,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8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F9CB-E438-D133-CCC0-3CC29460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6A18-FBE3-125E-5B26-F85F0F9D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Detection &amp; Kibana 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80A03-6E3E-9742-BE5D-3B6592C9BE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Kibana Dashboard-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Bahnschrift" panose="020B0502040204020203" pitchFamily="34" charset="0"/>
              </a:rPr>
              <a:t>with failed-login graph and top source IPs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6906-10DF-6CC0-7601-32C6D7BF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2914-2802-A68A-58B9-031B8AD6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Findings &amp; Mitigations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E659E-250F-BC18-EBB9-C2A1F6BB6E1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85000" lnSpcReduction="10000"/>
          </a:bodyPr>
          <a:lstStyle/>
          <a:p>
            <a:r>
              <a:rPr lang="en-US" sz="3500" b="1" dirty="0">
                <a:latin typeface="Bahnschrift" panose="020B0502040204020203" pitchFamily="34" charset="0"/>
              </a:rPr>
              <a:t>Findings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ELK ingested failed SSH events successfully.</a:t>
            </a:r>
          </a:p>
          <a:p>
            <a:r>
              <a:rPr lang="en-US" sz="3500" dirty="0">
                <a:latin typeface="Bahnschrift" panose="020B0502040204020203" pitchFamily="34" charset="0"/>
              </a:rPr>
              <a:t>Detection queries in Kibana returned matches.</a:t>
            </a:r>
          </a:p>
          <a:p>
            <a:r>
              <a:rPr lang="en-US" sz="3500" b="1" dirty="0">
                <a:latin typeface="Bahnschrift" panose="020B0502040204020203" pitchFamily="34" charset="0"/>
              </a:rPr>
              <a:t>Mitigations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Disable root login, enable SSH keys, monitor &amp; alert.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D55-71F3-F99F-CC50-7FB134F9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A338-731E-5DA6-0034-0CEC9860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Closing &amp;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3FE10-A3D6-CBDE-FBF3-6EBC4AD6E28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55000" lnSpcReduction="20000"/>
          </a:bodyPr>
          <a:lstStyle/>
          <a:p>
            <a:r>
              <a:rPr lang="en-IN" sz="4600" b="1" dirty="0">
                <a:latin typeface="Bahnschrift" panose="020B0502040204020203" pitchFamily="34" charset="0"/>
              </a:rPr>
              <a:t>Repository &amp; Report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dirty="0">
                <a:latin typeface="Bahnschrift" panose="020B0502040204020203" pitchFamily="34" charset="0"/>
                <a:hlinkClick r:id="rId2"/>
              </a:rPr>
              <a:t>https://github.com/Balla-Rakshitha/Capstone-Project-Incident-Response.git</a:t>
            </a:r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dirty="0">
                <a:latin typeface="Bahnschrift" panose="020B0502040204020203" pitchFamily="34" charset="0"/>
              </a:rPr>
              <a:t>Report: SIEM Project – Report.pdf</a:t>
            </a:r>
          </a:p>
          <a:p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b="1" dirty="0">
                <a:latin typeface="Bahnschrift" panose="020B0502040204020203" pitchFamily="34" charset="0"/>
              </a:rPr>
              <a:t>Thanks</a:t>
            </a:r>
            <a:br>
              <a:rPr lang="en-IN" sz="4600" b="1" dirty="0">
                <a:latin typeface="Bahnschrift" panose="020B0502040204020203" pitchFamily="34" charset="0"/>
              </a:rPr>
            </a:br>
            <a:br>
              <a:rPr lang="en-IN" sz="2500" b="1" dirty="0">
                <a:latin typeface="Bahnschrift" panose="020B0502040204020203" pitchFamily="34" charset="0"/>
              </a:rPr>
            </a:br>
            <a:r>
              <a:rPr lang="en-IN" sz="2500" b="1" dirty="0" err="1">
                <a:latin typeface="Bahnschrift" panose="020B0502040204020203" pitchFamily="34" charset="0"/>
              </a:rPr>
              <a:t>balla</a:t>
            </a:r>
            <a:r>
              <a:rPr lang="en-IN" sz="2500" b="1" dirty="0">
                <a:latin typeface="Bahnschrift" panose="020B0502040204020203" pitchFamily="34" charset="0"/>
              </a:rPr>
              <a:t> </a:t>
            </a:r>
            <a:r>
              <a:rPr lang="en-IN" sz="2500" b="1" dirty="0" err="1">
                <a:latin typeface="Bahnschrift" panose="020B0502040204020203" pitchFamily="34" charset="0"/>
              </a:rPr>
              <a:t>rakshitha</a:t>
            </a:r>
            <a:endParaRPr lang="en-IN" sz="25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2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413</TotalTime>
  <Words>287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Bahnschrift</vt:lpstr>
      <vt:lpstr>Calibri Light</vt:lpstr>
      <vt:lpstr>Metropolitan</vt:lpstr>
      <vt:lpstr>Mini‑SIEM Capstone</vt:lpstr>
      <vt:lpstr>Summary</vt:lpstr>
      <vt:lpstr>Objectives</vt:lpstr>
      <vt:lpstr>Tools &amp; Environment</vt:lpstr>
      <vt:lpstr>Lab SetUp</vt:lpstr>
      <vt:lpstr>Setup Verification</vt:lpstr>
      <vt:lpstr>Implementation</vt:lpstr>
      <vt:lpstr>Detection &amp; Kibana Shots</vt:lpstr>
      <vt:lpstr>Findings &amp; Mitigations</vt:lpstr>
      <vt:lpstr>Closing &amp;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bhagyalaxmipanigrahi17@gmail.com</dc:creator>
  <cp:lastModifiedBy>Srinivas Balla</cp:lastModifiedBy>
  <cp:revision>6</cp:revision>
  <dcterms:created xsi:type="dcterms:W3CDTF">2025-10-24T20:34:55Z</dcterms:created>
  <dcterms:modified xsi:type="dcterms:W3CDTF">2025-11-17T15:56:46Z</dcterms:modified>
</cp:coreProperties>
</file>